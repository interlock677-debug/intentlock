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0" b="1">
                <a:solidFill>
                  <a:srgbClr val="00E5FF"/>
                </a:solidFill>
              </a:defRPr>
            </a:pPr>
            <a:r>
              <a:t>IntentLock v4.0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4800">
                <a:solidFill>
                  <a:srgbClr val="FFBF00"/>
                </a:solidFill>
              </a:defRPr>
            </a:pPr>
            <a:r>
              <a:t>From Prototype to Enterprise Fortification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800">
                <a:solidFill>
                  <a:srgbClr val="B4BEC8"/>
                </a:solidFill>
              </a:defRPr>
            </a:pPr>
            <a:r>
              <a:t>Solving Operational Fragility, Latency, and Key Exposure in Autonomous AI Security Gateways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Challenge 1: Network Drift &amp; Token Expiration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F00"/>
                </a:solidFill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The 1000ms ephemeral token lifetime causes execution drops during transient network lag or multi-cloud clock drift.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Adaptive 3000ms TTL paired with Atomic JTI Nonce Revocation in Redis. 100% replay protection, zero clock-skew failures.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Challenge 2: High-Availability State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F00"/>
                </a:solidFill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Redis cluster downtime creates a single point of failure that halts the entire security gateway.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Two-Tier Distributed Nonce Caching: L1 Local Memory LRU Cache + L2 Multi-AZ Redis Cluster Failover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Challenge 3: HITL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F00"/>
                </a:solidFill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Pausing execution for up to 300s waiting for human approval halts autonomous AI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Async Non-Blocking Webhook Callbacks &amp; Provisional Dry-Runs. Agents continue background tasks while waiting for approval.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Challenge 4: Multi-Step 'Low &amp; Slow'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F00"/>
                </a:solidFill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Stateless AST parsers evaluate commands individually, missing gradual micro-exfiltrations (e.g., 100 x $10 transfers).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Stateful Velocity Engine &amp; Sliding-Window Memory. Tracks agent request velocity and cumulative financial thresholds.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Challenge 5: Private Key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F00"/>
                </a:solidFill>
              </a:defRPr>
            </a:pPr>
            <a:r>
              <a:t>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Storing Ed25519 keys in process memory exposes them to Remote Code Execution (RCE) memory dumps.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F0F1F3"/>
                </a:solidFill>
              </a:defRPr>
            </a:pPr>
            <a:r>
              <a:t>Hardware Security Module (HSM) Integration. AWS KMS / GCP KMS / HashiCorp Vault. Signing keys never touch server memory.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Enterprise ROI &amp; Market 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BF00"/>
                </a:solidFill>
              </a:defRPr>
            </a:pPr>
            <a:r>
              <a:t>IMPACT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0F1F3"/>
                </a:solidFill>
              </a:defRPr>
            </a:pPr>
            <a:r>
              <a:t>• 99.99% uptime SLA achievement</a:t>
            </a:r>
          </a:p>
          <a:p>
            <a:pPr>
              <a:spcAft>
                <a:spcPts val="1000"/>
              </a:spcAft>
              <a:defRPr sz="2200">
                <a:solidFill>
                  <a:srgbClr val="F0F1F3"/>
                </a:solidFill>
              </a:defRPr>
            </a:pPr>
            <a:r>
              <a:t>• SOC 2 / ISO 27001 compliance</a:t>
            </a:r>
          </a:p>
          <a:p>
            <a:pPr>
              <a:defRPr sz="2200">
                <a:solidFill>
                  <a:srgbClr val="F0F1F3"/>
                </a:solidFill>
              </a:defRPr>
            </a:pPr>
            <a:r>
              <a:t>• $50k–$120k/year enterprise VPC contracts unlocked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E5FF"/>
                </a:solidFill>
              </a:defRPr>
            </a:pPr>
            <a: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0F1F3"/>
                </a:solidFill>
              </a:defRPr>
            </a:pPr>
            <a:r>
              <a:t>Resolving operational friction increases compute costs slightly, but elevates market value by </a:t>
            </a:r>
            <a:r>
              <a:rPr sz="2800" b="1">
                <a:solidFill>
                  <a:srgbClr val="FFBF00"/>
                </a:solidFill>
              </a:rPr>
              <a:t>10x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F00"/>
                </a:solidFill>
              </a:defRPr>
            </a:pPr>
            <a:r>
              <a:t>v3 Prototype vs v4 Enterprise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4BEC8"/>
                </a:solidFill>
              </a:defRPr>
            </a:pPr>
            <a:r>
              <a:t>v3: Basic prototype, 95% uptime, manual key management</a:t>
            </a:r>
          </a:p>
          <a:p>
            <a:pPr>
              <a:defRPr sz="1800">
                <a:solidFill>
                  <a:srgbClr val="00E5FF"/>
                </a:solidFill>
              </a:defRPr>
            </a:pPr>
            <a:r>
              <a:t>v4: Enterprise-grade, 99.99% uptime, HSM integration, distributed caching, compliance-ready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00E5FF"/>
                </a:solidFill>
              </a:defRPr>
            </a:pPr>
            <a:r>
              <a:t>Unlocking Safe, Autonomous AI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3200">
                <a:solidFill>
                  <a:srgbClr val="F0F1F3"/>
                </a:solidFill>
              </a:defRPr>
            </a:pPr>
            <a:r>
              <a:t>Deploys as an air-gapped Docker container directly inside private enterprise VPCs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BF00"/>
                </a:solidFill>
              </a:defRPr>
            </a:pPr>
            <a:r>
              <a:t>Schedule an Enterprise Proof-of-Concept (PoC)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